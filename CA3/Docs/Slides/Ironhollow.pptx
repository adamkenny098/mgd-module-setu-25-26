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6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8.xml"/><Relationship Id="rId24" Type="http://schemas.openxmlformats.org/officeDocument/2006/relationships/font" Target="fonts/Oswald-bold.fntdata"/><Relationship Id="rId12" Type="http://schemas.openxmlformats.org/officeDocument/2006/relationships/slide" Target="slides/slide7.xml"/><Relationship Id="rId23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d135a884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d135a884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d135a884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d135a884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d135a884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d135a884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d135a884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d135a884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d135a884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d135a884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d135a884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d135a884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135a884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d135a884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d135a884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d135a884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493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Ironhollow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Magnetism based Endless Runner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6996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4692300" cy="572700"/>
          </a:xfrm>
          <a:prstGeom prst="rect">
            <a:avLst/>
          </a:prstGeom>
          <a:solidFill>
            <a:srgbClr val="BE493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Hook and Pitch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4692300" cy="3334800"/>
          </a:xfrm>
          <a:prstGeom prst="rect">
            <a:avLst/>
          </a:prstGeom>
          <a:solidFill>
            <a:srgbClr val="BE493C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n-GB" sz="10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Mobile-focused endless survival game</a:t>
            </a:r>
            <a:br>
              <a:rPr lang="en-GB" sz="10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-GB" sz="10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Core tension from polarity swaps (attract / repel mechanics)</a:t>
            </a:r>
            <a:br>
              <a:rPr lang="en-GB" sz="10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n-GB" sz="10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Navigate dynamically generated tunnel segments</a:t>
            </a:r>
            <a:br>
              <a:rPr lang="en-GB" sz="10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lang="en-GB" sz="10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Survive against 6 unique enemy types + environmental hazards</a:t>
            </a:r>
            <a:br>
              <a:rPr lang="en-GB" sz="10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</a:pPr>
            <a:r>
              <a:rPr lang="en-GB" sz="10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Boss encounters every 250m (Bomb Factory)</a:t>
            </a:r>
            <a:endParaRPr sz="10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" name="Google Shape;66;p14" title="Screenshot 2025-12-03 1325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6400" y="1481649"/>
            <a:ext cx="3835200" cy="218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493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386996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Core Gameplay Loop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234075"/>
            <a:ext cx="4260300" cy="3334800"/>
          </a:xfrm>
          <a:prstGeom prst="rect">
            <a:avLst/>
          </a:prstGeom>
          <a:solidFill>
            <a:srgbClr val="386996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AutoNum type="arabicPeriod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Navigate procedurally spawned tunnel segments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AutoNum type="arabicPeriod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Swap polarity to: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Push off terrain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Bend/deflect projectiles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Control your vertical drift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AutoNum type="arabicPeriod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Avoid hazards (spikes, gaps, terrain)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AutoNum type="arabicPeriod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Survive enemy patterns (turrets, flyers, ghosts, brutes, kamikazis)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AutoNum type="arabicPeriod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Reach new distance milestones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Montserrat"/>
              <a:buAutoNum type="arabicPeriod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Fight Bomb Factory boss every 250m</a:t>
            </a: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 title="image_2025-12-03_13581956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325" y="1815513"/>
            <a:ext cx="4267200" cy="2171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6996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BE493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One Polished Lane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234075"/>
            <a:ext cx="4260300" cy="3334800"/>
          </a:xfrm>
          <a:prstGeom prst="rect">
            <a:avLst/>
          </a:prstGeom>
          <a:solidFill>
            <a:srgbClr val="BE493C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Designed around a fixed Row 5 safe zone rule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Each segment teaches/pressures a specific mechanic: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Flyer spread shots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Ceiling gauntlet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Brute corridor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○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KamiKazi choke point</a:t>
            </a: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80" name="Google Shape;80;p16" title="image_2025-12-03_14132638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7875" y="1234075"/>
            <a:ext cx="3840150" cy="16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image_2025-12-03_1419070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7875" y="3119650"/>
            <a:ext cx="3840150" cy="16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493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386996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Performance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35950"/>
            <a:ext cx="4588800" cy="39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arget device: Samsung Galaxy S20 FE</a:t>
            </a:r>
            <a:b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 sz="1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Avg FPS:</a:t>
            </a:r>
            <a: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~60fps</a:t>
            </a:r>
            <a:b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 sz="1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Frame time:</a:t>
            </a:r>
            <a: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~16 ms</a:t>
            </a:r>
            <a:b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 sz="1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Memory:</a:t>
            </a:r>
            <a: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~200 MB</a:t>
            </a:r>
            <a:b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 sz="1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GC allocations:</a:t>
            </a:r>
            <a: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minimized through projectile pooling &amp; segment recycling</a:t>
            </a:r>
            <a:b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 sz="1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TunnelSpawner</a:t>
            </a:r>
            <a: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keeps only 10 segments active at a time</a:t>
            </a:r>
            <a:b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 sz="1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Boss anchored to camera — no world overhead</a:t>
            </a:r>
            <a:b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 sz="1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Thermals:</a:t>
            </a:r>
            <a:endParaRPr b="1" sz="1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 change over 10 minutes</a:t>
            </a:r>
            <a:br>
              <a:rPr lang="en-GB" sz="11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endParaRPr sz="1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493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386996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Metrics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 title="image_2025-12-03_1438281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5900"/>
            <a:ext cx="8520601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6996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BE493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Problems / Solutions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34075"/>
            <a:ext cx="4260300" cy="3334800"/>
          </a:xfrm>
          <a:prstGeom prst="rect">
            <a:avLst/>
          </a:prstGeom>
          <a:solidFill>
            <a:srgbClr val="BE493C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Problem #1 — Magnetism felt inconsistent</a:t>
            </a:r>
            <a:endParaRPr b="1"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Projectiles were being influenced too strongly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Kamikazi units reacted from extreme distance</a:t>
            </a: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Solution:</a:t>
            </a:r>
            <a:br>
              <a:rPr b="1"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Added falloff curves, capped magnetic distance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Tuned per-enemy magnetic multipliers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Improved collision layers</a:t>
            </a: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572000" y="1234075"/>
            <a:ext cx="4260300" cy="3334800"/>
          </a:xfrm>
          <a:prstGeom prst="rect">
            <a:avLst/>
          </a:prstGeom>
          <a:solidFill>
            <a:srgbClr val="BE493C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Problem #2 — Boss spawned twice</a:t>
            </a:r>
            <a:endParaRPr b="1"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Player passing distance threshold twice in a single frame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Solution:</a:t>
            </a:r>
            <a:br>
              <a:rPr b="1"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Introduced singleton BossManager</a:t>
            </a:r>
            <a:b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 sz="1100"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Anchored boss to screen for consistency</a:t>
            </a:r>
            <a:endParaRPr sz="11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493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386996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chemeClr val="lt1"/>
                </a:highlight>
              </a:rPr>
              <a:t>Knowledge Learned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solidFill>
            <a:srgbClr val="386996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Object pooling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Mobile Touch Controls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Creating custom events in the event system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493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You!!!</a:t>
            </a:r>
            <a:endParaRPr/>
          </a:p>
        </p:txBody>
      </p:sp>
      <p:sp>
        <p:nvSpPr>
          <p:cNvPr id="113" name="Google Shape;113;p21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rgbClr val="386996"/>
          </a:solidFill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highlight>
                  <a:schemeClr val="lt1"/>
                </a:highlight>
              </a:rPr>
              <a:t>We will now move on to a quick demo.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